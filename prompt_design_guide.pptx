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 设计指南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如何设计高效的 AI 提示词</a:t>
            </a:r>
          </a:p>
          <a:p/>
          <a:p>
            <a:r>
              <a:t>2026 年 03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1. 什么是 Prompt</a:t>
            </a:r>
          </a:p>
          <a:p>
            <a:pPr>
              <a:spcAft>
                <a:spcPts val="1400"/>
              </a:spcAft>
              <a:defRPr sz="2400"/>
            </a:pPr>
            <a:r>
              <a:t>2. 为什么 Prompt 很重要</a:t>
            </a:r>
          </a:p>
          <a:p>
            <a:pPr>
              <a:spcAft>
                <a:spcPts val="1400"/>
              </a:spcAft>
              <a:defRPr sz="2400"/>
            </a:pPr>
            <a:r>
              <a:t>3. Prompt 设计核心原则</a:t>
            </a:r>
          </a:p>
          <a:p>
            <a:pPr>
              <a:spcAft>
                <a:spcPts val="1400"/>
              </a:spcAft>
              <a:defRPr sz="2400"/>
            </a:pPr>
            <a:r>
              <a:t>4. 常用 Prompt 框架</a:t>
            </a:r>
          </a:p>
          <a:p>
            <a:pPr>
              <a:spcAft>
                <a:spcPts val="1400"/>
              </a:spcAft>
              <a:defRPr sz="2400"/>
            </a:pPr>
            <a:r>
              <a:t>5. 实战示例</a:t>
            </a:r>
          </a:p>
          <a:p>
            <a:pPr>
              <a:spcAft>
                <a:spcPts val="1400"/>
              </a:spcAft>
              <a:defRPr sz="2400"/>
            </a:pPr>
            <a:r>
              <a:t>6. 常见错误与优化</a:t>
            </a:r>
          </a:p>
          <a:p>
            <a:pPr>
              <a:spcAft>
                <a:spcPts val="1400"/>
              </a:spcAft>
              <a:defRPr sz="2400"/>
            </a:pPr>
            <a:r>
              <a:t>7. 高级技巧</a:t>
            </a:r>
          </a:p>
          <a:p>
            <a:pPr>
              <a:spcAft>
                <a:spcPts val="1400"/>
              </a:spcAft>
              <a:defRPr sz="2400"/>
            </a:pPr>
            <a:r>
              <a:t>8. 总结与实践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什么是 Prompt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 Prompt？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Prompt = 提示词 / 提示语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定义：用户输入给 AI 的指令或问题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作用：引导 AI 理解任务并生成期望的输出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示例：</a:t>
            </a:r>
          </a:p>
          <a:p>
            <a:pPr lvl="1">
              <a:spcAft>
                <a:spcPts val="1400"/>
              </a:spcAft>
              <a:defRPr sz="2400"/>
            </a:pPr>
            <a:r>
              <a:t>• 简单："写一首诗"</a:t>
            </a:r>
          </a:p>
          <a:p>
            <a:pPr lvl="1">
              <a:spcAft>
                <a:spcPts val="1400"/>
              </a:spcAft>
              <a:defRPr sz="2400"/>
            </a:pPr>
            <a:r>
              <a:t>• 复杂："你是一位资深产品经理，请为一款新的时间管理 APP 撰写产品需求文档，包含用户画像、核心功能、技术架构..."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 Prompt 很重要？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同样的 AI 模型，不同的 Prompt = 完全不同的结果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好 Prompt 的价值：</a:t>
            </a:r>
          </a:p>
          <a:p>
            <a:pPr lvl="1">
              <a:spcAft>
                <a:spcPts val="1400"/>
              </a:spcAft>
              <a:defRPr sz="2400"/>
            </a:pPr>
            <a:r>
              <a:t>• 输出质量提升 10 倍以上</a:t>
            </a:r>
          </a:p>
          <a:p>
            <a:pPr lvl="1">
              <a:spcAft>
                <a:spcPts val="1400"/>
              </a:spcAft>
              <a:defRPr sz="2400"/>
            </a:pPr>
            <a:r>
              <a:t>• 减少反复修改的时间</a:t>
            </a:r>
          </a:p>
          <a:p>
            <a:pPr lvl="1">
              <a:spcAft>
                <a:spcPts val="1400"/>
              </a:spcAft>
              <a:defRPr sz="2400"/>
            </a:pPr>
            <a:r>
              <a:t>• 降低 AI「幻觉」概率</a:t>
            </a:r>
          </a:p>
          <a:p>
            <a:pPr lvl="1">
              <a:spcAft>
                <a:spcPts val="1400"/>
              </a:spcAft>
              <a:defRPr sz="2400"/>
            </a:pPr>
            <a:r>
              <a:t>• 让 AI 理解复杂任务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一句话：Prompt 是与 AI 沟通的艺术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Prompt 设计核心原则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C - Concise（简洁）</a:t>
            </a:r>
          </a:p>
          <a:p>
            <a:pPr lvl="1">
              <a:spcAft>
                <a:spcPts val="1400"/>
              </a:spcAft>
              <a:defRPr sz="2400"/>
            </a:pPr>
            <a:r>
              <a:t>• 用词精准，避免冗余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L - Logical（逻辑清晰）</a:t>
            </a:r>
          </a:p>
          <a:p>
            <a:pPr lvl="1">
              <a:spcAft>
                <a:spcPts val="1400"/>
              </a:spcAft>
              <a:defRPr sz="2400"/>
            </a:pPr>
            <a:r>
              <a:t>• 结构化表达，分步骤说明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E - Explicit（明确具体）</a:t>
            </a:r>
          </a:p>
          <a:p>
            <a:pPr lvl="1">
              <a:spcAft>
                <a:spcPts val="1400"/>
              </a:spcAft>
              <a:defRPr sz="2400"/>
            </a:pPr>
            <a:r>
              <a:t>• 清晰定义任务、角色、输出格式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A - Adaptive（适应性）</a:t>
            </a:r>
          </a:p>
          <a:p>
            <a:pPr lvl="1">
              <a:spcAft>
                <a:spcPts val="1400"/>
              </a:spcAft>
              <a:defRPr sz="2400"/>
            </a:pPr>
            <a:r>
              <a:t>• 根据场景调整详细程度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R - Reflective（可反思）</a:t>
            </a:r>
          </a:p>
          <a:p>
            <a:pPr lvl="1">
              <a:spcAft>
                <a:spcPts val="1400"/>
              </a:spcAft>
              <a:defRPr sz="2400"/>
            </a:pPr>
            <a:r>
              <a:t>• 鼓励 AI 自我验证和优化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的关键要素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1. 角色（Role）</a:t>
            </a:r>
          </a:p>
          <a:p>
            <a:pPr lvl="1">
              <a:spcAft>
                <a:spcPts val="1400"/>
              </a:spcAft>
              <a:defRPr sz="2400"/>
            </a:pPr>
            <a:r>
              <a:t>• 「你是一位资深 Python 工程师」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2. 任务（Task）</a:t>
            </a:r>
          </a:p>
          <a:p>
            <a:pPr lvl="1">
              <a:spcAft>
                <a:spcPts val="1400"/>
              </a:spcAft>
              <a:defRPr sz="2400"/>
            </a:pPr>
            <a:r>
              <a:t>• 「请编写一个 Web 爬虫」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3. 上下文（Context）</a:t>
            </a:r>
          </a:p>
          <a:p>
            <a:pPr lvl="1">
              <a:spcAft>
                <a:spcPts val="1400"/>
              </a:spcAft>
              <a:defRPr sz="2400"/>
            </a:pPr>
            <a:r>
              <a:t>• 「用于监控竞争对手价格变化」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4. 约束（Constraints）</a:t>
            </a:r>
          </a:p>
          <a:p>
            <a:pPr lvl="1">
              <a:spcAft>
                <a:spcPts val="1400"/>
              </a:spcAft>
              <a:defRPr sz="2400"/>
            </a:pPr>
            <a:r>
              <a:t>• 「使用 requests 库，添加错误处理」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5. 输出格式（Format）</a:t>
            </a:r>
          </a:p>
          <a:p>
            <a:pPr lvl="1">
              <a:spcAft>
                <a:spcPts val="1400"/>
              </a:spcAft>
              <a:defRPr sz="2400"/>
            </a:pPr>
            <a:r>
              <a:t>• 「输出完整代码，包含注释」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常用 Prompt 框架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RTF 框架（Role-Task-Format）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最简单的万能框架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R - Role（角色）</a:t>
            </a:r>
          </a:p>
          <a:p>
            <a:pPr lvl="1">
              <a:spcAft>
                <a:spcPts val="1400"/>
              </a:spcAft>
              <a:defRPr sz="2400"/>
            </a:pPr>
            <a:r>
              <a:t>• 你是一位经验丰富的数据分析师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T - Task（任务）</a:t>
            </a:r>
          </a:p>
          <a:p>
            <a:pPr lvl="1">
              <a:spcAft>
                <a:spcPts val="1400"/>
              </a:spcAft>
              <a:defRPr sz="2400"/>
            </a:pPr>
            <a:r>
              <a:t>• 分析这份销售数据，找出增长趋势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F - Format（格式）</a:t>
            </a:r>
          </a:p>
          <a:p>
            <a:pPr lvl="1">
              <a:spcAft>
                <a:spcPts val="1400"/>
              </a:spcAft>
              <a:defRPr sz="2400"/>
            </a:pPr>
            <a:r>
              <a:t>• 用表格展示，包含关键指标和洞察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RTF 框架示例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2004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  <a:latin typeface="Courier New"/>
              </a:defRPr>
            </a:pPr>
            <a:r>
              <a:t>你是一位资深产品经理（Role）</a:t>
            </a:r>
            <a:br/>
            <a:br/>
            <a:r>
              <a:t>请为一款新的健身 APP 设计用户增长方案（Task）</a:t>
            </a:r>
            <a:br/>
            <a:br/>
            <a:r>
              <a:t>输出要求（Format）：</a:t>
            </a:r>
            <a:br/>
            <a:r>
              <a:t>- 包含 3 个核心增长策略</a:t>
            </a:r>
            <a:br/>
            <a:r>
              <a:t>- 每个策略说明实施步骤和预期效果</a:t>
            </a:r>
            <a:br/>
            <a:r>
              <a:t>- 用 Markdown 表格总结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646464"/>
                </a:solidFill>
              </a:defRPr>
            </a:pPr>
            <a:r>
              <a:t>这个 Prompt 清晰定义了角色、任务和输出格式，AI 能准确理解需求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CO-STAR 框架（更完整）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C - Context（背景）</a:t>
            </a:r>
          </a:p>
          <a:p>
            <a:pPr lvl="1">
              <a:spcAft>
                <a:spcPts val="1400"/>
              </a:spcAft>
              <a:defRPr sz="2400"/>
            </a:pPr>
            <a:r>
              <a:t>• 项目背景、目标用户、业务场景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O - Objective（目标）</a:t>
            </a:r>
          </a:p>
          <a:p>
            <a:pPr lvl="1">
              <a:spcAft>
                <a:spcPts val="1400"/>
              </a:spcAft>
              <a:defRPr sz="2400"/>
            </a:pPr>
            <a:r>
              <a:t>• 要解决什么问题，达到什么效果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S - Style（风格）</a:t>
            </a:r>
          </a:p>
          <a:p>
            <a:pPr lvl="1">
              <a:spcAft>
                <a:spcPts val="1400"/>
              </a:spcAft>
              <a:defRPr sz="2400"/>
            </a:pPr>
            <a:r>
              <a:t>• 专业、幽默、简洁、详细...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T - Tone（语气）</a:t>
            </a:r>
          </a:p>
          <a:p>
            <a:pPr lvl="1">
              <a:spcAft>
                <a:spcPts val="1400"/>
              </a:spcAft>
              <a:defRPr sz="2400"/>
            </a:pPr>
            <a:r>
              <a:t>• 正式、友好、鼓励性...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A - Audience（受众）</a:t>
            </a:r>
          </a:p>
          <a:p>
            <a:pPr lvl="1">
              <a:spcAft>
                <a:spcPts val="1400"/>
              </a:spcAft>
              <a:defRPr sz="2400"/>
            </a:pPr>
            <a:r>
              <a:t>• 写给谁看，他们的知识水平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R - Response（响应）</a:t>
            </a:r>
          </a:p>
          <a:p>
            <a:pPr lvl="1">
              <a:spcAft>
                <a:spcPts val="1400"/>
              </a:spcAft>
              <a:defRPr sz="2400"/>
            </a:pPr>
            <a:r>
              <a:t>• 输出格式、长度、结构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实战示例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/>
            </a:pPr>
            <a:r>
              <a:t>示例 1：写代码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486400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❌ 错误示例</a:t>
            </a:r>
            <a:br/>
            <a:br/>
            <a:r>
              <a:t>写个爬虫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✅ 正确示例</a:t>
            </a:r>
            <a:br/>
            <a:br/>
            <a:r>
              <a:t>你是一位 Python 专家</a:t>
            </a:r>
            <a:br/>
            <a:br/>
            <a:r>
              <a:t>任务：编写一个新闻爬虫</a:t>
            </a:r>
            <a:br/>
            <a:r>
              <a:t>- 目标网站：example.com</a:t>
            </a:r>
            <a:br/>
            <a:r>
              <a:t>- 功能：抓取标题、链接、发布时间</a:t>
            </a:r>
            <a:br/>
            <a:r>
              <a:t>- 要求：</a:t>
            </a:r>
            <a:br/>
            <a:r>
              <a:t>  • 使用 requests + BeautifulSoup</a:t>
            </a:r>
            <a:br/>
            <a:r>
              <a:t>  • 添加异常处理</a:t>
            </a:r>
            <a:br/>
            <a:r>
              <a:t>  • 数据保存为 JSON</a:t>
            </a:r>
            <a:br/>
            <a:r>
              <a:t>  • 添加 User-Agent 避免被封</a:t>
            </a:r>
            <a:br/>
            <a:br/>
            <a:r>
              <a:t>输出：完整可运行的代码，包含注释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/>
            </a:pPr>
            <a:r>
              <a:t>示例 2：写文档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486400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❌ 错误示例</a:t>
            </a:r>
            <a:br/>
            <a:br/>
            <a:r>
              <a:t>写个产品说明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✅ 正确示例</a:t>
            </a:r>
            <a:br/>
            <a:br/>
            <a:r>
              <a:t>你是一位资深技术文档工程师</a:t>
            </a:r>
            <a:br/>
            <a:br/>
            <a:r>
              <a:t>任务：为新的 API 接口编写使用文档</a:t>
            </a:r>
            <a:br/>
            <a:br/>
            <a:r>
              <a:t>背景：这是一个用户认证 API，面向开发者</a:t>
            </a:r>
            <a:br/>
            <a:br/>
            <a:r>
              <a:t>输出要求：</a:t>
            </a:r>
            <a:br/>
            <a:r>
              <a:t>- 包含接口说明、请求参数、返回格式</a:t>
            </a:r>
            <a:br/>
            <a:r>
              <a:t>- 提供 3 个代码示例（Python/Java/cURL）</a:t>
            </a:r>
            <a:br/>
            <a:r>
              <a:t>- 常见错误码说明</a:t>
            </a:r>
            <a:br/>
            <a:r>
              <a:t>- 使用 Markdown 格式</a:t>
            </a:r>
            <a:br/>
            <a:r>
              <a:t>- 语言简洁专业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/>
            </a:pPr>
            <a:r>
              <a:t>示例 3：数据分析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486400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❌ 错误示例</a:t>
            </a:r>
            <a:br/>
            <a:br/>
            <a:r>
              <a:t>分析一下数据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✅ 正确示例</a:t>
            </a:r>
            <a:br/>
            <a:br/>
            <a:r>
              <a:t>你是一位数据分析师</a:t>
            </a:r>
            <a:br/>
            <a:br/>
            <a:r>
              <a:t>任务：分析 Q4 销售数据</a:t>
            </a:r>
            <a:br/>
            <a:br/>
            <a:r>
              <a:t>数据：[附上 CSV/Excel 数据]</a:t>
            </a:r>
            <a:br/>
            <a:br/>
            <a:r>
              <a:t>分析维度：</a:t>
            </a:r>
            <a:br/>
            <a:r>
              <a:t>- 同比/环比增长率</a:t>
            </a:r>
            <a:br/>
            <a:r>
              <a:t>- 各产品线贡献占比</a:t>
            </a:r>
            <a:br/>
            <a:r>
              <a:t>- 区域销售分布</a:t>
            </a:r>
            <a:br/>
            <a:r>
              <a:t>- Top 10 客户分析</a:t>
            </a:r>
            <a:br/>
            <a:br/>
            <a:r>
              <a:t>输出：</a:t>
            </a:r>
            <a:br/>
            <a:r>
              <a:t>- 关键发现（3-5 条）</a:t>
            </a:r>
            <a:br/>
            <a:r>
              <a:t>- 可视化建议（图表类型）</a:t>
            </a:r>
            <a:br/>
            <a:r>
              <a:t>- 改进建议（ actionable insights）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常见错误与优化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❌ 太模糊</a:t>
            </a:r>
          </a:p>
          <a:p>
            <a:pPr lvl="1">
              <a:spcAft>
                <a:spcPts val="1400"/>
              </a:spcAft>
              <a:defRPr sz="2400"/>
            </a:pPr>
            <a:r>
              <a:t>• 「帮我写点什么」→ 写什么？给谁看？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❌ 缺少上下文</a:t>
            </a:r>
          </a:p>
          <a:p>
            <a:pPr lvl="1">
              <a:spcAft>
                <a:spcPts val="1400"/>
              </a:spcAft>
              <a:defRPr sz="2400"/>
            </a:pPr>
            <a:r>
              <a:t>• 「优化这段代码」→ 优化目标？性能？可读性？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❌ 信息过载</a:t>
            </a:r>
          </a:p>
          <a:p>
            <a:pPr lvl="1">
              <a:spcAft>
                <a:spcPts val="1400"/>
              </a:spcAft>
              <a:defRPr sz="2400"/>
            </a:pPr>
            <a:r>
              <a:t>• 一次性给太多信息，AI 抓不住重点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❌ 没有输出要求</a:t>
            </a:r>
          </a:p>
          <a:p>
            <a:pPr lvl="1">
              <a:spcAft>
                <a:spcPts val="1400"/>
              </a:spcAft>
              <a:defRPr sz="2400"/>
            </a:pPr>
            <a:r>
              <a:t>• AI 不知道你要什么格式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❌ 忽略角色设定</a:t>
            </a:r>
          </a:p>
          <a:p>
            <a:pPr lvl="1">
              <a:spcAft>
                <a:spcPts val="1400"/>
              </a:spcAft>
              <a:defRPr sz="2400"/>
            </a:pPr>
            <a:r>
              <a:t>• 不同角色输出质量差异巨大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优化技巧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✅ 添加角色</a:t>
            </a:r>
          </a:p>
          <a:p>
            <a:pPr lvl="1">
              <a:spcAft>
                <a:spcPts val="1400"/>
              </a:spcAft>
              <a:defRPr sz="2400"/>
            </a:pPr>
            <a:r>
              <a:t>• 「你是一位...」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✅ 分步骤说明</a:t>
            </a:r>
          </a:p>
          <a:p>
            <a:pPr lvl="1">
              <a:spcAft>
                <a:spcPts val="1400"/>
              </a:spcAft>
              <a:defRPr sz="2400"/>
            </a:pPr>
            <a:r>
              <a:t>• 「第一步...第二步...」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✅ 提供示例</a:t>
            </a:r>
          </a:p>
          <a:p>
            <a:pPr lvl="1">
              <a:spcAft>
                <a:spcPts val="1400"/>
              </a:spcAft>
              <a:defRPr sz="2400"/>
            </a:pPr>
            <a:r>
              <a:t>• 「参考这个格式：...」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✅ 指定输出格式</a:t>
            </a:r>
          </a:p>
          <a:p>
            <a:pPr lvl="1">
              <a:spcAft>
                <a:spcPts val="1400"/>
              </a:spcAft>
              <a:defRPr sz="2400"/>
            </a:pPr>
            <a:r>
              <a:t>• 「用表格/列表/JSON 输出」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✅ 设置约束</a:t>
            </a:r>
          </a:p>
          <a:p>
            <a:pPr lvl="1">
              <a:spcAft>
                <a:spcPts val="1400"/>
              </a:spcAft>
              <a:defRPr sz="2400"/>
            </a:pPr>
            <a:r>
              <a:t>• 「不超过 500 字」「包含 3 个要点」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迭代优化示例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2004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  <a:latin typeface="Courier New"/>
              </a:defRPr>
            </a:pPr>
            <a:r>
              <a:t>第 1 版：「写个邮件」</a:t>
            </a:r>
            <a:br/>
            <a:r>
              <a:t>↓</a:t>
            </a:r>
            <a:br/>
            <a:r>
              <a:t>第 2 版：「写个请假邮件」</a:t>
            </a:r>
            <a:br/>
            <a:r>
              <a:t>↓</a:t>
            </a:r>
            <a:br/>
            <a:r>
              <a:t>第 3 版：「写个 3 天的病假邮件给老板」</a:t>
            </a:r>
            <a:br/>
            <a:r>
              <a:t>↓</a:t>
            </a:r>
            <a:br/>
            <a:r>
              <a:t>第 4 版：</a:t>
            </a:r>
            <a:br/>
            <a:r>
              <a:t>「你是一位职场人士</a:t>
            </a:r>
            <a:br/>
            <a:r>
              <a:t>任务：写请假邮件给直属领导</a:t>
            </a:r>
            <a:br/>
            <a:r>
              <a:t>情况：突发高烧，需要请假 3 天</a:t>
            </a:r>
            <a:br/>
            <a:r>
              <a:t>要求：</a:t>
            </a:r>
            <a:br/>
            <a:r>
              <a:t>- 语气专业且诚恳</a:t>
            </a:r>
            <a:br/>
            <a:r>
              <a:t>- 说明工作交接安排</a:t>
            </a:r>
            <a:br/>
            <a:r>
              <a:t>- 表达尽快恢复的意愿</a:t>
            </a:r>
            <a:br/>
            <a:r>
              <a:t>- 200 字以内」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646464"/>
                </a:solidFill>
              </a:defRPr>
            </a:pPr>
            <a:r>
              <a:t>好的 Prompt 是迭代出来的！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高级技巧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思维链（Chain of Thought）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让 AI 展示思考过程，提升准确性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关键句式：</a:t>
            </a:r>
          </a:p>
          <a:p>
            <a:pPr lvl="1">
              <a:spcAft>
                <a:spcPts val="1400"/>
              </a:spcAft>
              <a:defRPr sz="2400"/>
            </a:pPr>
            <a:r>
              <a:t>• 「请逐步思考...」</a:t>
            </a:r>
          </a:p>
          <a:p>
            <a:pPr lvl="1">
              <a:spcAft>
                <a:spcPts val="1400"/>
              </a:spcAft>
              <a:defRPr sz="2400"/>
            </a:pPr>
            <a:r>
              <a:t>• 「让我们一步步分析...」</a:t>
            </a:r>
          </a:p>
          <a:p>
            <a:pPr lvl="1">
              <a:spcAft>
                <a:spcPts val="1400"/>
              </a:spcAft>
              <a:defRPr sz="2400"/>
            </a:pPr>
            <a:r>
              <a:t>• 「先...然后...最后...」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示例：</a:t>
            </a:r>
          </a:p>
          <a:p>
            <a:pPr lvl="1">
              <a:spcAft>
                <a:spcPts val="1400"/>
              </a:spcAft>
              <a:defRPr sz="2400"/>
            </a:pPr>
            <a:r>
              <a:t>「请逐步分析这个问题：</a:t>
            </a:r>
          </a:p>
          <a:p>
            <a:pPr lvl="1">
              <a:spcAft>
                <a:spcPts val="1400"/>
              </a:spcAft>
              <a:defRPr sz="2400"/>
            </a:pPr>
            <a:r>
              <a:t>1. 先理解问题本质</a:t>
            </a:r>
          </a:p>
          <a:p>
            <a:pPr lvl="1">
              <a:spcAft>
                <a:spcPts val="1400"/>
              </a:spcAft>
              <a:defRPr sz="2400"/>
            </a:pPr>
            <a:r>
              <a:t>2. 列出可能的解决方案</a:t>
            </a:r>
          </a:p>
          <a:p>
            <a:pPr lvl="1">
              <a:spcAft>
                <a:spcPts val="1400"/>
              </a:spcAft>
              <a:defRPr sz="2400"/>
            </a:pPr>
            <a:r>
              <a:t>3. 评估每个方案的优缺点</a:t>
            </a:r>
          </a:p>
          <a:p>
            <a:pPr lvl="1">
              <a:spcAft>
                <a:spcPts val="1400"/>
              </a:spcAft>
              <a:defRPr sz="2400"/>
            </a:pPr>
            <a:r>
              <a:t>4. 给出最终建议」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少样本学习（Few-Shot）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提供示例，让 AI 模仿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示例：</a:t>
            </a:r>
          </a:p>
          <a:p>
            <a:pPr lvl="1">
              <a:spcAft>
                <a:spcPts val="1400"/>
              </a:spcAft>
              <a:defRPr sz="2400"/>
            </a:pPr>
            <a:r>
              <a:t>「把下面句子翻译成英文：</a:t>
            </a:r>
          </a:p>
          <a:p>
            <a:pPr lvl="1">
              <a:spcAft>
                <a:spcPts val="1400"/>
              </a:spcAft>
              <a:defRPr sz="2400"/>
            </a:pPr>
          </a:p>
          <a:p>
            <a:pPr lvl="1">
              <a:spcAft>
                <a:spcPts val="1400"/>
              </a:spcAft>
              <a:defRPr sz="2400"/>
            </a:pPr>
            <a:r>
              <a:t>例子 1：</a:t>
            </a:r>
          </a:p>
          <a:p>
            <a:pPr lvl="1">
              <a:spcAft>
                <a:spcPts val="1400"/>
              </a:spcAft>
              <a:defRPr sz="2400"/>
            </a:pPr>
            <a:r>
              <a:t>输入：今天天气真好</a:t>
            </a:r>
          </a:p>
          <a:p>
            <a:pPr lvl="1">
              <a:spcAft>
                <a:spcPts val="1400"/>
              </a:spcAft>
              <a:defRPr sz="2400"/>
            </a:pPr>
            <a:r>
              <a:t>输出：The weather is really nice today</a:t>
            </a:r>
          </a:p>
          <a:p>
            <a:pPr lvl="1">
              <a:spcAft>
                <a:spcPts val="1400"/>
              </a:spcAft>
              <a:defRPr sz="2400"/>
            </a:pPr>
          </a:p>
          <a:p>
            <a:pPr lvl="1">
              <a:spcAft>
                <a:spcPts val="1400"/>
              </a:spcAft>
              <a:defRPr sz="2400"/>
            </a:pPr>
            <a:r>
              <a:t>例子 2：</a:t>
            </a:r>
          </a:p>
          <a:p>
            <a:pPr lvl="1">
              <a:spcAft>
                <a:spcPts val="1400"/>
              </a:spcAft>
              <a:defRPr sz="2400"/>
            </a:pPr>
            <a:r>
              <a:t>输入：我喜欢吃苹果</a:t>
            </a:r>
          </a:p>
          <a:p>
            <a:pPr lvl="1">
              <a:spcAft>
                <a:spcPts val="1400"/>
              </a:spcAft>
              <a:defRPr sz="2400"/>
            </a:pPr>
            <a:r>
              <a:t>输出：I like to eat apples</a:t>
            </a:r>
          </a:p>
          <a:p>
            <a:pPr lvl="1">
              <a:spcAft>
                <a:spcPts val="1400"/>
              </a:spcAft>
              <a:defRPr sz="2400"/>
            </a:pPr>
          </a:p>
          <a:p>
            <a:pPr lvl="1">
              <a:spcAft>
                <a:spcPts val="1400"/>
              </a:spcAft>
              <a:defRPr sz="2400"/>
            </a:pPr>
            <a:r>
              <a:t>现在翻译：这个电影很有趣」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自我验证（Self-Verification）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让 AI 检查自己的输出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关键句式：</a:t>
            </a:r>
          </a:p>
          <a:p>
            <a:pPr lvl="1">
              <a:spcAft>
                <a:spcPts val="1400"/>
              </a:spcAft>
              <a:defRPr sz="2400"/>
            </a:pPr>
            <a:r>
              <a:t>• 「完成后请检查是否有错误」</a:t>
            </a:r>
          </a:p>
          <a:p>
            <a:pPr lvl="1">
              <a:spcAft>
                <a:spcPts val="1400"/>
              </a:spcAft>
              <a:defRPr sz="2400"/>
            </a:pPr>
            <a:r>
              <a:t>• 「请验证这个方案是否可行」</a:t>
            </a:r>
          </a:p>
          <a:p>
            <a:pPr lvl="1">
              <a:spcAft>
                <a:spcPts val="1400"/>
              </a:spcAft>
              <a:defRPr sz="2400"/>
            </a:pPr>
            <a:r>
              <a:t>• 「如果有遗漏，请补充」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示例：</a:t>
            </a:r>
          </a:p>
          <a:p>
            <a:pPr lvl="1">
              <a:spcAft>
                <a:spcPts val="1400"/>
              </a:spcAft>
              <a:defRPr sz="2400"/>
            </a:pPr>
            <a:r>
              <a:t>「请编写一个函数，完成后：</a:t>
            </a:r>
          </a:p>
          <a:p>
            <a:pPr lvl="1">
              <a:spcAft>
                <a:spcPts val="1400"/>
              </a:spcAft>
              <a:defRPr sz="2400"/>
            </a:pPr>
            <a:r>
              <a:t>1. 检查边界条件</a:t>
            </a:r>
          </a:p>
          <a:p>
            <a:pPr lvl="1">
              <a:spcAft>
                <a:spcPts val="1400"/>
              </a:spcAft>
              <a:defRPr sz="2400"/>
            </a:pPr>
            <a:r>
              <a:t>2. 验证时间复杂度</a:t>
            </a:r>
          </a:p>
          <a:p>
            <a:pPr lvl="1">
              <a:spcAft>
                <a:spcPts val="1400"/>
              </a:spcAft>
              <a:defRPr sz="2400"/>
            </a:pPr>
            <a:r>
              <a:t>3. 提供测试用例」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7. 总结与实践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核心要点总结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1️⃣ Prompt 决定 AI 输出质量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2️⃣ 好 Prompt = 角色 + 任务 + 上下文 + 约束 + 格式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3️⃣ 使用框架：RTF / CO-STAR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4️⃣ 避免模糊，要具体明确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5️⃣ 迭代优化，逐步完善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6️⃣ 高级技巧：思维链、少样本、自我验证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实践建议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🎯 建立自己的 Prompt 库</a:t>
            </a:r>
          </a:p>
          <a:p>
            <a:pPr lvl="1">
              <a:spcAft>
                <a:spcPts val="1400"/>
              </a:spcAft>
              <a:defRPr sz="2400"/>
            </a:pPr>
            <a:r>
              <a:t>• 收集好用的 Prompt 模板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📝 记录优化过程</a:t>
            </a:r>
          </a:p>
          <a:p>
            <a:pPr lvl="1">
              <a:spcAft>
                <a:spcPts val="1400"/>
              </a:spcAft>
              <a:defRPr sz="2400"/>
            </a:pPr>
            <a:r>
              <a:t>• 什么改动让效果更好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🔄 持续迭代</a:t>
            </a:r>
          </a:p>
          <a:p>
            <a:pPr lvl="1">
              <a:spcAft>
                <a:spcPts val="1400"/>
              </a:spcAft>
              <a:defRPr sz="2400"/>
            </a:pPr>
            <a:r>
              <a:t>• 根据输出调整 Prompt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💡 多尝试不同框架</a:t>
            </a:r>
          </a:p>
          <a:p>
            <a:pPr lvl="1">
              <a:spcAft>
                <a:spcPts val="1400"/>
              </a:spcAft>
              <a:defRPr sz="2400"/>
            </a:pPr>
            <a:r>
              <a:t>• 找到最适合你的方式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📚 学习优秀案例</a:t>
            </a:r>
          </a:p>
          <a:p>
            <a:pPr lvl="1">
              <a:spcAft>
                <a:spcPts val="1400"/>
              </a:spcAft>
              <a:defRPr sz="2400"/>
            </a:pPr>
            <a:r>
              <a:t>• PromptBase、GitHub 等社区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 &amp; A</a:t>
            </a:r>
            <a:br/>
            <a:br/>
            <a:r>
              <a:t>谢谢观看！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